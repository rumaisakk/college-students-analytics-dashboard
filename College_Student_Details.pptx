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2" r:id="rId7"/>
    <p:sldId id="263" r:id="rId8"/>
    <p:sldId id="260" r:id="rId9"/>
    <p:sldId id="261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32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College Student Details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Role: Data Analyst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75000"/>
                  </a:schemeClr>
                </a:solidFill>
              </a:rPr>
              <a:t>This report analyzes college student data using Power BI based on student name, college, and department. It highlights top colleges and popular departments using interactive visuals.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85000"/>
                  </a:schemeClr>
                </a:solidFill>
              </a:rPr>
              <a:t>• Data collection and validation</a:t>
            </a:r>
          </a:p>
          <a:p>
            <a:r>
              <a:rPr dirty="0">
                <a:solidFill>
                  <a:schemeClr val="bg1">
                    <a:lumMod val="85000"/>
                  </a:schemeClr>
                </a:solidFill>
              </a:rPr>
              <a:t>• Data cleaning and standardization</a:t>
            </a:r>
          </a:p>
          <a:p>
            <a:r>
              <a:rPr dirty="0">
                <a:solidFill>
                  <a:schemeClr val="bg1">
                    <a:lumMod val="85000"/>
                  </a:schemeClr>
                </a:solidFill>
              </a:rPr>
              <a:t>• Data modeling in Power BI</a:t>
            </a:r>
          </a:p>
          <a:p>
            <a:r>
              <a:rPr dirty="0">
                <a:solidFill>
                  <a:schemeClr val="bg1">
                    <a:lumMod val="85000"/>
                  </a:schemeClr>
                </a:solidFill>
              </a:rPr>
              <a:t>• Visual creation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Content – Graph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5704"/>
            <a:ext cx="8229600" cy="5380383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This Power BI dashboard provides an interactive overview of 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college student details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, enabling analysis of student distribution across 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colleges, courses, and individual students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Slicers (College, Course, Student Name):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/>
            </a:r>
            <a:br>
              <a:rPr lang="en-US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Allow dynamic filtering of the entire report for focused analysis.</a:t>
            </a:r>
          </a:p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Count of Students by Course (Bar Chart):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/>
            </a:r>
            <a:br>
              <a:rPr lang="en-US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Shows student enrollment across courses, helping identify high- and low-demand programs.</a:t>
            </a:r>
          </a:p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Top 5 Courses (Donut Chart):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/>
            </a:r>
            <a:br>
              <a:rPr lang="en-US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Highlights the most popular courses based on student count and percentage share.</a:t>
            </a:r>
          </a:p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Top 5 Colleges (Bar Chart):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/>
            </a:r>
            <a:br>
              <a:rPr lang="en-US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Compares colleges by student enrollment to identify leading institutions.</a:t>
            </a:r>
          </a:p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KPI Cards: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/>
            </a:r>
            <a:br>
              <a:rPr lang="en-US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Display key metrics including 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Total Colleges, Total Courses, and Total Students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for a quick summary.</a:t>
            </a:r>
          </a:p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Student Details Table: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/>
            </a:r>
            <a:br>
              <a:rPr lang="en-US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Provides record-level information (College, Course, Student Name) and updates dynamically based on filters.</a:t>
            </a:r>
          </a:p>
          <a:p>
            <a:pPr marL="457200" lvl="1" indent="0">
              <a:buNone/>
            </a:pP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39" y="371061"/>
            <a:ext cx="8706677" cy="6294781"/>
          </a:xfrm>
        </p:spPr>
      </p:pic>
    </p:spTree>
    <p:extLst>
      <p:ext uri="{BB962C8B-B14F-4D97-AF65-F5344CB8AC3E}">
        <p14:creationId xmlns:p14="http://schemas.microsoft.com/office/powerpoint/2010/main" val="3854162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08" y="3930470"/>
            <a:ext cx="3909390" cy="2353401"/>
          </a:xfrm>
        </p:spPr>
      </p:pic>
      <p:sp>
        <p:nvSpPr>
          <p:cNvPr id="5" name="Rectangle 4"/>
          <p:cNvSpPr/>
          <p:nvPr/>
        </p:nvSpPr>
        <p:spPr>
          <a:xfrm>
            <a:off x="569842" y="1169438"/>
            <a:ext cx="837537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This bar chart displays the 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Top 5 colleges based on student enrollment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. The height of each bar represents the 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total number of students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 enrolled in each institution</a:t>
            </a:r>
            <a:r>
              <a:rPr lang="en-US" sz="24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endParaRPr lang="en-IN" sz="2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6103" y="503721"/>
            <a:ext cx="8507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1"/>
                </a:solidFill>
              </a:rPr>
              <a:t>Top 5 Colleges – Student </a:t>
            </a:r>
            <a:r>
              <a:rPr lang="en-IN" sz="2400" b="1" u="sng" dirty="0" err="1">
                <a:solidFill>
                  <a:schemeClr val="bg1"/>
                </a:solidFill>
              </a:rPr>
              <a:t>Enrollment</a:t>
            </a:r>
            <a:r>
              <a:rPr lang="en-IN" sz="2400" b="1" u="sng" dirty="0">
                <a:solidFill>
                  <a:schemeClr val="bg1"/>
                </a:solidFill>
              </a:rPr>
              <a:t>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02979"/>
            <a:ext cx="81633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 (Body)"/>
                <a:cs typeface="Calibri" panose="020F0502020204030204" pitchFamily="34" charset="0"/>
              </a:rPr>
              <a:t>One college clearly dominates student enrollment.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 (Body)"/>
                <a:cs typeface="Calibri" panose="020F0502020204030204" pitchFamily="34" charset="0"/>
              </a:rPr>
              <a:t>Other colleges show relatively balanced but lower student counts.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 (Body)"/>
                <a:cs typeface="Calibri" panose="020F0502020204030204" pitchFamily="34" charset="0"/>
              </a:rPr>
              <a:t>The analysis helps in comparing institutional popularity and capacity.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 (Body)"/>
                <a:cs typeface="Calibri" panose="020F0502020204030204" pitchFamily="34" charset="0"/>
              </a:rPr>
              <a:t>Useful for academic planning, benchmarking, and resource allocation</a:t>
            </a:r>
            <a:r>
              <a:rPr lang="en-US" sz="2000" dirty="0">
                <a:latin typeface="Calibri (Body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4871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43339" y="304800"/>
            <a:ext cx="7739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solidFill>
                  <a:schemeClr val="bg1"/>
                </a:solidFill>
              </a:rPr>
              <a:t> </a:t>
            </a:r>
            <a:r>
              <a:rPr lang="en-IN" sz="2400" b="1" u="sng" dirty="0" smtClean="0">
                <a:solidFill>
                  <a:schemeClr val="bg1"/>
                </a:solidFill>
              </a:rPr>
              <a:t>Top </a:t>
            </a:r>
            <a:r>
              <a:rPr lang="en-IN" sz="2400" b="1" u="sng" dirty="0">
                <a:solidFill>
                  <a:schemeClr val="bg1"/>
                </a:solidFill>
              </a:rPr>
              <a:t>5 Courses – Student </a:t>
            </a:r>
            <a:r>
              <a:rPr lang="en-IN" sz="2400" b="1" u="sng" dirty="0" err="1">
                <a:solidFill>
                  <a:schemeClr val="bg1"/>
                </a:solidFill>
              </a:rPr>
              <a:t>Enrollment</a:t>
            </a:r>
            <a:r>
              <a:rPr lang="en-IN" sz="2400" b="1" u="sng" dirty="0">
                <a:solidFill>
                  <a:schemeClr val="bg1"/>
                </a:solidFill>
              </a:rPr>
              <a:t>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3339" y="1143552"/>
            <a:ext cx="816333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This chart illustrates the distribution of students across the top five courses based on enrollment.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/>
            </a:r>
            <a:br>
              <a:rPr 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The donut chart highlights both the 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student count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 and the 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percentage share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 for each course.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>
                    <a:lumMod val="85000"/>
                  </a:schemeClr>
                </a:solidFill>
              </a:rPr>
              <a:t>Computer-related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courses dominate student preferences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Engineering disciplines show strong and balanced demand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The insights support effective 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course planning and resource allocation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8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8332" y="4179449"/>
            <a:ext cx="3333352" cy="247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255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Suggestions /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85000"/>
                  </a:schemeClr>
                </a:solidFill>
              </a:rPr>
              <a:t>• Improve planning for high-enrollment colleges</a:t>
            </a:r>
          </a:p>
          <a:p>
            <a:r>
              <a:rPr dirty="0">
                <a:solidFill>
                  <a:schemeClr val="bg1">
                    <a:lumMod val="85000"/>
                  </a:schemeClr>
                </a:solidFill>
              </a:rPr>
              <a:t>• Promote less popular departments</a:t>
            </a:r>
          </a:p>
          <a:p>
            <a:r>
              <a:rPr dirty="0">
                <a:solidFill>
                  <a:schemeClr val="bg1">
                    <a:lumMod val="85000"/>
                  </a:schemeClr>
                </a:solidFill>
              </a:rPr>
              <a:t>• Maintain consistent data entry</a:t>
            </a:r>
          </a:p>
          <a:p>
            <a:r>
              <a:rPr dirty="0">
                <a:solidFill>
                  <a:schemeClr val="bg1">
                    <a:lumMod val="85000"/>
                  </a:schemeClr>
                </a:solidFill>
              </a:rPr>
              <a:t>• Extend analysis with more </a:t>
            </a:r>
            <a:r>
              <a:rPr dirty="0" smtClean="0">
                <a:solidFill>
                  <a:schemeClr val="bg1">
                    <a:lumMod val="85000"/>
                  </a:schemeClr>
                </a:solidFill>
              </a:rPr>
              <a:t>attributes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85000"/>
                  </a:schemeClr>
                </a:solidFill>
              </a:rPr>
              <a:t>The report provides clear insights into student distribution and supports data-driven academic decision-making</a:t>
            </a:r>
            <a:r>
              <a:rPr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 smtClean="0">
                <a:solidFill>
                  <a:schemeClr val="bg1">
                    <a:lumMod val="75000"/>
                  </a:schemeClr>
                </a:solidFill>
              </a:rPr>
              <a:t>Name: Rumaisa kk</a:t>
            </a:r>
          </a:p>
          <a:p>
            <a:r>
              <a:rPr lang="en-IN" dirty="0" smtClean="0">
                <a:solidFill>
                  <a:schemeClr val="bg1">
                    <a:lumMod val="75000"/>
                  </a:schemeClr>
                </a:solidFill>
              </a:rPr>
              <a:t>Company Name: Doctosmart Enterprises Pvt Ltd</a:t>
            </a:r>
            <a:endParaRPr lang="en-IN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783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1449</TotalTime>
  <Words>250</Words>
  <Application>Microsoft Office PowerPoint</Application>
  <PresentationFormat>On-screen Show (4:3)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(Body)</vt:lpstr>
      <vt:lpstr>Office Theme</vt:lpstr>
      <vt:lpstr>College Student Details Report</vt:lpstr>
      <vt:lpstr>Summary</vt:lpstr>
      <vt:lpstr>Methodology</vt:lpstr>
      <vt:lpstr>Content – Graph Details</vt:lpstr>
      <vt:lpstr>PowerPoint Presentation</vt:lpstr>
      <vt:lpstr>PowerPoint Presentation</vt:lpstr>
      <vt:lpstr>PowerPoint Presentation</vt:lpstr>
      <vt:lpstr>Suggestions / Recommendations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Student Details Report</dc:title>
  <dc:subject/>
  <dc:creator/>
  <cp:keywords/>
  <dc:description>generated using python-pptx</dc:description>
  <cp:lastModifiedBy>HP</cp:lastModifiedBy>
  <cp:revision>11</cp:revision>
  <dcterms:created xsi:type="dcterms:W3CDTF">2013-01-27T09:14:16Z</dcterms:created>
  <dcterms:modified xsi:type="dcterms:W3CDTF">2025-12-18T04:55:38Z</dcterms:modified>
  <cp:category/>
</cp:coreProperties>
</file>